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778240" y="6473952"/>
            <a:ext cx="3291840" cy="292608"/>
          </a:xfrm>
          <a:prstGeom prst="roundRect">
            <a:avLst/>
          </a:prstGeom>
          <a:solidFill>
            <a:srgbClr val="101413"/>
          </a:solidFill>
          <a:ln w="12700">
            <a:solidFill>
              <a:srgbClr val="5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950" b="1">
                <a:solidFill>
                  <a:srgbClr val="56DCA4"/>
                </a:solidFill>
              </a:defRPr>
            </a:pPr>
            <a:r>
              <a:t>Google Cloud AI Builder Cup 2026 • Singapore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